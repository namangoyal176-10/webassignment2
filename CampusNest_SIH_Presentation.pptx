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•  SMART CAMPUS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CampusNest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42316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Web Platform for Capacity-Enforced Room Allotment,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Facility Maintenance, and Dynamic Mess Invoicing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Education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Administration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ID: SIH-2026-CAMPUS-02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3984" y="35661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&amp; DEVELOPER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6864" y="41148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Naman Goyal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Web Development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MongoDB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5592" y="35661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STATUS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48472" y="41148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on Vercel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webassignment2-peach.vercel.app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Cloud Licensing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strictly with Node.js, Express.js, MongoDB Atlas, EJS &amp; Vanilla CSS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Problem Statement &amp; Proposed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key administrative and operational bottlenecks in college hostels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78240" y="365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/ 06  •  SIH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2700">
            <a:solidFill>
              <a:srgbClr val="23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62238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CURRENT CHALLENGES &amp; PAIN 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Over-Allocation: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registers and spreadsheets lead to accidental double-bookings, ghost records, and fire safety violations.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Static Dining Bills: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pay fixed mess fees regardless of leaves, medical vacations, or semester holidays.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Unaccountable Maintenance: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written on physical logbooks suffer severe delays with zero SLA tracking or warden accountability.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Blindspot Administration: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Wardens lack real-time visibility into block occupancy, available beds, and ticket resolution rates.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622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CAMPUSNEST PROPOSED INNOVATION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65392" y="21945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Zero-Overbooking State Engine: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Database-enforced validation strictly prevents occupiedBeds &gt; capacity across all operations.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65392" y="31546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Attendance Billing: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transparently: Total = (Days Present × Daily Rate) + Fixed Maintenance.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65392" y="4114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Categorized SLA Ticketing: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Electrical, Plumbing &amp; Wi-Fi issues tracked with priority flags and official warden resolution remarks.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 Dashboard: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visualizations show capacity vs. occupancy by block and room status distributions.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Technical Architecture &amp; System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3-Tier MVC architecture designed for high data integrity and cloud scalability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78240" y="365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/ 06  •  SIH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2700">
            <a:solidFill>
              <a:srgbClr val="23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JavaScript (EJS):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Server-rendered templates ensuring fast load times and clean SEO.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CSS3 Design System: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glassmorphic interface, dark mode, CSS Grid and Flexbox.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Visualizations: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interactive bar and doughnut charts for hostel analytics.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46304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6223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APPLICATION &amp; API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35424" y="210312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 REST API: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 with modular controllers and route guards.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requireAdmin &amp; requireStudent middleware guards.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Sessions: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hashing (10 rounds), Helmet headers &amp; connect-mongo session persistence.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65592" y="146304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 &amp; CLOUD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48472" y="210312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Cloud: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replica set cluster with high availability.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Caching: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Mongoose promise caching eliminates serverless cold start bottlenecks.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Unique Indexes: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{student, day, mealType} compound index prevents duplicate feedback entries.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Core Features &amp; Implementation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guarantees, atomic multi-document updates, and verified test suites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78240" y="365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/ 06  •  SIH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2700">
            <a:solidFill>
              <a:srgbClr val="23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STRICT BED CAPACITY ENGINE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Schema Constraint: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occupiedBeds &lt;= capacity.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Transitions: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beds = Available; 1..cap-1 = Partially Occupied; cap = Full.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Test: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test:capacity verifies 5th-student overflow rejection.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91072" y="146304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ATOMIC ROOM TRANSFER &amp; VACATE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Ghost Bookings: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Decrements old room and frees bed atomically.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 Reallocation: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Increments target room and re-links student reference.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Vacate: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Wardens can instantly check out residents and release inventory.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7-DAY DINING &amp; DYNAMIC BILLING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Timetable: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daily meals across 7 days with active-day highlight.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Formula: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(Days Present × Daily Meal Rate) + Fixed Charges.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Fraud Prevention: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unique index prevents spam or duplicate meal ratings.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393192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162238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MAINTENANCE TICKETS &amp; WARDEN SLA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65392" y="44805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Category &amp; Priority: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Electrical, Plumbing, Wi-Fi; Urgent, High, Medium, Low.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Lifecycle Tracking: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➔ In Progress ➔ Resolved with warden remarks.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Resident Visibility: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monitor real-time repair progress from their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Feasibility, Measurable Impact &amp; Risk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institutional return on investment, operational efficiency, and risk mitigations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78240" y="365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/ 06  •  SIH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2700">
            <a:solidFill>
              <a:srgbClr val="23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622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MEASURABLE INSTITUTIONAL IMPACT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Faster Allotment: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paper forms and physical queues during university admission weeks.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Billing Accuracy: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reconciliation prevents dining disputes between students and mess caterers.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Ghost Allocations: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capacity state engine prevents double assignments and fire code violations.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Software License Costs: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completely on open-source web technologies for frictionless college adoption.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622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POTENTIAL RISKS &amp; TECHNICAL MITIGATIONS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5392" y="21945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Cold Starts: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 via global Mongoose promise caching and persistent connection pooling.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65392" y="31546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Admission Rush: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 via pre-save Mongoose schema locks and conditional atomic bed decrementing.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65392" y="4114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via role-based middleware guards (requireAdmin) verifying session tokens on every route.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 on Server Restarts: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sessions are persisted inside MongoDB Atlas using connect-mongo store.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Live Demonstration, Evaluation &amp; Future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production deployment, open-source repository, and planned expansions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78240" y="365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/ 06  •  SIH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2700">
            <a:solidFill>
              <a:srgbClr val="23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62238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LIVE ACCESS &amp; EVALUATION CREDENTIALS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Web Application: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https://webassignment2-peach.vercel.app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Source Code: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https://github.com/namangoyal176-10/webassignment2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Warden Admin Login:
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Email: admin@hostel.com  |  Password: Admin@1234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Resident Student Login:
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Email: aarav.sharma@hostel.edu  |  Password: student123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(One-click demo buttons are provided on the login page for instant access)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91072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6223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STRATEGIC FUTURE EXPANSION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65392" y="21945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Smart Turnstiles: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and biometric hardware synchronization for automated mess attendance tracking.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65392" y="31546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UPI Gateways: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Razorpay/Stripe webhooks for instantaneous student fee receipts.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65392" y="4114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Maintenance Triage: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to verify and classify plumbing/electrical photo uploads.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65392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(PWA):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 for leave approvals, daily meal specials, and urgent alerts.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CampusNest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CampusNest - Smart India Hackathon Presentation</dc:title>
  <dc:subject>PptxGenJS Presentation</dc:subject>
  <dc:creator>Naman Goyal</dc:creator>
  <cp:lastModifiedBy>Naman Goyal</cp:lastModifiedBy>
  <cp:revision>1</cp:revision>
  <dcterms:created xsi:type="dcterms:W3CDTF">2026-09-19T21:12:40Z</dcterms:created>
  <dcterms:modified xsi:type="dcterms:W3CDTF">2026-09-19T21:12:40Z</dcterms:modified>
</cp:coreProperties>
</file>